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mover o slide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Clique para editar o formato de notas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&lt;cabeçalho&gt;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8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AD4EB1A-B655-473F-A3E9-C8FB79EB98F4}" type="slidenum"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500" b="0" strike="noStrike" spc="-1">
                <a:solidFill>
                  <a:schemeClr val="dk1"/>
                </a:solidFill>
                <a:latin typeface="Calibri"/>
                <a:ea typeface="Calibri"/>
              </a:rPr>
              <a:t>Vou começar me apresentando, me chamo Vagner Ereno Quincozes, sou doutorando em Computação pela UFF, mestre e graduado em Engenharia de Software pela Universidade Federal do Pampa, sou em especialista em Educação, atuo atualmente em projetos de Pesquisa &amp; Desenvolvimento da Dell Computadores do Brasil em parceria com o laboratório MidiaCom da UFF e também atuo como professor e professor conteudista. Certo, pessoal? Eu vou deixar o meu e-mail de contato aqui, caso alguém necessite. Bom, agora vamos para o conteúdo.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C060C-D2AC-7A40-B022-C76D61A1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>
            <a:extLst>
              <a:ext uri="{FF2B5EF4-FFF2-40B4-BE49-F238E27FC236}">
                <a16:creationId xmlns:a16="http://schemas.microsoft.com/office/drawing/2014/main" id="{5FE3557D-5C92-33B5-31A3-716ADEBED7F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>
            <a:extLst>
              <a:ext uri="{FF2B5EF4-FFF2-40B4-BE49-F238E27FC236}">
                <a16:creationId xmlns:a16="http://schemas.microsoft.com/office/drawing/2014/main" id="{0CFCDCE8-C510-ABAA-3652-29853A6F7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606120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B526-8516-9F61-2661-302ECF8E0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>
            <a:extLst>
              <a:ext uri="{FF2B5EF4-FFF2-40B4-BE49-F238E27FC236}">
                <a16:creationId xmlns:a16="http://schemas.microsoft.com/office/drawing/2014/main" id="{2EB80ED4-7ACC-D1A4-CF91-11E32C345F8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>
            <a:extLst>
              <a:ext uri="{FF2B5EF4-FFF2-40B4-BE49-F238E27FC236}">
                <a16:creationId xmlns:a16="http://schemas.microsoft.com/office/drawing/2014/main" id="{C740FA42-0BED-2191-5A50-BA6A3C417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226539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falando de um conceito que tem ganhado bastante destaque no desenvolvimento de software: as aplicações híbridas.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Vamos começar pensando juntos. Imagine que você precisa desenvolver um aplicativo que funcione perfeitamente tanto no Android quanto no iOS. Qual caminho escolher?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Criar um código separado para cada plataforma, garantindo a melhor performance possível? Ou desenvolver um site que rode no navegador, economizando tempo, mas sem acesso total aos recursos do dispositivo?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Difícil escolher, não é? Pois bem, é justamente nesse dilema que entram as aplicações híbridas! Elas surgiram como uma alternativa para unir o melhor dos dois mundos.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just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Ao longo desta jornada, aprendemos como as aplicações híbridas combinam tecnologias web e nativas para criar experiências multiplataforma. Exploramos </a:t>
            </a:r>
            <a:r>
              <a:rPr lang="pt-BR" sz="1100" b="1" strike="noStrike" spc="-1">
                <a:solidFill>
                  <a:schemeClr val="dk1"/>
                </a:solidFill>
                <a:latin typeface="Arial"/>
                <a:ea typeface="Arial"/>
              </a:rPr>
              <a:t>a estruturação de interfaces com HTML5 e CSS3</a:t>
            </a: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, garantindo responsividade, e aprofundamos o uso do </a:t>
            </a:r>
            <a:r>
              <a:rPr lang="pt-BR" sz="1100" b="1" strike="noStrike" spc="-1">
                <a:solidFill>
                  <a:schemeClr val="dk1"/>
                </a:solidFill>
                <a:latin typeface="Arial"/>
                <a:ea typeface="Arial"/>
              </a:rPr>
              <a:t>JavaScript</a:t>
            </a: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 para manipular o </a:t>
            </a:r>
            <a:r>
              <a:rPr lang="pt-BR" sz="1100" b="1" strike="noStrike" spc="-1">
                <a:solidFill>
                  <a:schemeClr val="dk1"/>
                </a:solidFill>
                <a:latin typeface="Arial"/>
                <a:ea typeface="Arial"/>
              </a:rPr>
              <a:t>DOM</a:t>
            </a: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, trabalhar com </a:t>
            </a:r>
            <a:r>
              <a:rPr lang="pt-BR" sz="1100" b="1" strike="noStrike" spc="-1">
                <a:solidFill>
                  <a:schemeClr val="dk1"/>
                </a:solidFill>
                <a:latin typeface="Arial"/>
                <a:ea typeface="Arial"/>
              </a:rPr>
              <a:t>eventos</a:t>
            </a: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 e integrar </a:t>
            </a:r>
            <a:r>
              <a:rPr lang="pt-BR" sz="1100" b="1" strike="noStrike" spc="-1">
                <a:solidFill>
                  <a:schemeClr val="dk1"/>
                </a:solidFill>
                <a:latin typeface="Arial"/>
                <a:ea typeface="Arial"/>
              </a:rPr>
              <a:t>APIs externas</a:t>
            </a:r>
            <a:r>
              <a:rPr lang="pt-BR" sz="1100" b="0" strike="noStrike" spc="-1">
                <a:solidFill>
                  <a:schemeClr val="dk1"/>
                </a:solidFill>
                <a:latin typeface="Arial"/>
                <a:ea typeface="Arial"/>
              </a:rPr>
              <a:t>. Com esse conhecimento, você está pronto para avançar e explorar ferramentas ainda mais poderosas no desenvolvimento híbrido. Nos vemos no próximo vídeo!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3760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B8DD4A3-3F0A-469E-980D-FF0BDC4AC06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485F102-2388-4315-995E-5BD4AF5DCF92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DE2843-728D-4CB3-81D6-FD68E5A9A05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311E35C-62CB-43C3-88EA-2183B5307592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FCF7B84-D311-4FC1-9752-44C81D7DD21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689EDFF-72A0-419C-87AB-CCF42E63E7A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3F9EF4D-9B75-41AF-92A4-EAFA49644724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BD972F7-33EE-4766-A3AD-EE044886E1D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4F695EB-20A8-4A4F-86EE-9661ACF95A7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80233E9-9BC5-4B3F-A1D0-10E893CF989F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7C61D93-77D8-42A3-9049-BBCBC744684C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2955AF8-DF4D-481E-8064-29E1FED81D9E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5B69AF-AE2B-4747-A8DA-B63379182AC1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88;p1"/>
          <p:cNvPicPr/>
          <p:nvPr/>
        </p:nvPicPr>
        <p:blipFill>
          <a:blip r:embed="rId2"/>
          <a:stretch/>
        </p:blipFill>
        <p:spPr>
          <a:xfrm>
            <a:off x="19740" y="0"/>
            <a:ext cx="12152520" cy="684900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89;p1"/>
          <p:cNvSpPr/>
          <p:nvPr/>
        </p:nvSpPr>
        <p:spPr>
          <a:xfrm>
            <a:off x="4860000" y="1440000"/>
            <a:ext cx="6834600" cy="185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000" b="1" strike="noStrike" spc="-1" dirty="0">
                <a:solidFill>
                  <a:srgbClr val="29A6A8"/>
                </a:solidFill>
                <a:latin typeface="Arial Black"/>
                <a:ea typeface="Arial Black"/>
              </a:rPr>
              <a:t>CIRCUITO TERÊ VERDE</a:t>
            </a: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90;p1"/>
          <p:cNvSpPr/>
          <p:nvPr/>
        </p:nvSpPr>
        <p:spPr>
          <a:xfrm>
            <a:off x="4860000" y="3009728"/>
            <a:ext cx="54900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i="1" strike="noStrike" spc="-1" dirty="0">
                <a:solidFill>
                  <a:srgbClr val="DC8F14"/>
                </a:solidFill>
                <a:latin typeface="Calibri"/>
                <a:ea typeface="Calibri"/>
              </a:rPr>
              <a:t>CHARLES DAFLON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i="1" spc="-1" dirty="0">
                <a:solidFill>
                  <a:srgbClr val="DC8F14"/>
                </a:solidFill>
                <a:latin typeface="Calibri"/>
                <a:ea typeface="Calibri"/>
              </a:rPr>
              <a:t>WALLACECORREA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95;g2c5e6ec4503_0_ 1"/>
          <p:cNvPicPr/>
          <p:nvPr/>
        </p:nvPicPr>
        <p:blipFill>
          <a:blip r:embed="rId3"/>
          <a:stretch/>
        </p:blipFill>
        <p:spPr>
          <a:xfrm>
            <a:off x="0" y="972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53" name="Retângulo 150"/>
          <p:cNvSpPr/>
          <p:nvPr/>
        </p:nvSpPr>
        <p:spPr>
          <a:xfrm>
            <a:off x="3995640" y="1815216"/>
            <a:ext cx="6987273" cy="19330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Apresentação da Equipe</a:t>
            </a:r>
          </a:p>
          <a:p>
            <a:pPr algn="ctr" defTabSz="914400">
              <a:lnSpc>
                <a:spcPct val="100000"/>
              </a:lnSpc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CHARLES DAFLON</a:t>
            </a:r>
          </a:p>
          <a:p>
            <a:pPr algn="ctr" defTabSz="914400">
              <a:lnSpc>
                <a:spcPct val="100000"/>
              </a:lnSpc>
            </a:pPr>
            <a:r>
              <a:rPr lang="pt-BR" sz="2800" b="1" spc="-1" dirty="0">
                <a:solidFill>
                  <a:srgbClr val="000000"/>
                </a:solidFill>
                <a:latin typeface="Arial"/>
              </a:rPr>
              <a:t>WALLACE CORREA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CaixaDeTexto 1"/>
          <p:cNvSpPr/>
          <p:nvPr/>
        </p:nvSpPr>
        <p:spPr>
          <a:xfrm>
            <a:off x="550440" y="5553720"/>
            <a:ext cx="344520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Pitch | Apresentação do MVP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Orientador: Msc. Rodrigo Otávio do C. Braga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09;g34a26d19168_0_7"/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56" name="Retângulo 150"/>
          <p:cNvSpPr/>
          <p:nvPr/>
        </p:nvSpPr>
        <p:spPr>
          <a:xfrm>
            <a:off x="4491764" y="581231"/>
            <a:ext cx="7028432" cy="15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pt-BR" sz="3200" b="1" dirty="0">
                <a:latin typeface="+mj-lt"/>
              </a:rPr>
              <a:t>            Circuito Terê Verde </a:t>
            </a:r>
          </a:p>
          <a:p>
            <a:endParaRPr lang="pt-BR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t-BR" sz="2800" dirty="0"/>
              <a:t>Plataforma digital que reúne informações sobre trilhas, parques, biodiversidade e eventos ecológicos de Teresópolis.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t-BR" sz="2800" dirty="0"/>
              <a:t>Facilita a descoberta e o planejamento de atividades de ecoturismo.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t-BR" sz="2800" dirty="0"/>
              <a:t>Promove o acesso à informação.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t-BR" sz="2800" dirty="0"/>
              <a:t>Incentiva práticas de turismo sustentável por meio de uma experiência simples, interativa e acessível em qualquer dispositivo.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109;g34a26d19168_0_7"/>
          <p:cNvPicPr/>
          <p:nvPr/>
        </p:nvPicPr>
        <p:blipFill>
          <a:blip r:embed="rId3"/>
          <a:stretch/>
        </p:blipFill>
        <p:spPr>
          <a:xfrm>
            <a:off x="0" y="972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58" name="Retângulo 150"/>
          <p:cNvSpPr/>
          <p:nvPr/>
        </p:nvSpPr>
        <p:spPr>
          <a:xfrm>
            <a:off x="4583540" y="1128814"/>
            <a:ext cx="6374849" cy="32750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2800" b="1" strike="noStrike" spc="-1" dirty="0">
              <a:solidFill>
                <a:srgbClr val="000000"/>
              </a:solidFill>
              <a:latin typeface="Arial"/>
              <a:ea typeface="Arial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sz="2800" spc="-1" dirty="0">
                <a:solidFill>
                  <a:srgbClr val="000000"/>
                </a:solidFill>
              </a:rPr>
              <a:t>Turistas e visitantes da região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sz="2800" spc="-1" dirty="0">
                <a:solidFill>
                  <a:srgbClr val="000000"/>
                </a:solidFill>
              </a:rPr>
              <a:t>Moradores de Teresópolis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sz="2800" spc="-1" dirty="0">
                <a:solidFill>
                  <a:srgbClr val="000000"/>
                </a:solidFill>
              </a:rPr>
              <a:t>Praticantes de trilhas e ecoturismo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sz="2800" spc="-1" dirty="0">
                <a:solidFill>
                  <a:srgbClr val="000000"/>
                </a:solidFill>
              </a:rPr>
              <a:t>Estudantes e professores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sz="2800" spc="-1" dirty="0">
                <a:solidFill>
                  <a:srgbClr val="000000"/>
                </a:solidFill>
              </a:rPr>
              <a:t>Pesquisadores e interessados em biodiversidade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sz="2800" spc="-1" dirty="0">
                <a:solidFill>
                  <a:srgbClr val="000000"/>
                </a:solidFill>
              </a:rPr>
              <a:t>Pessoas interessadas em turismo sustentável e educação ambiental</a:t>
            </a:r>
            <a:endParaRPr lang="pt-BR" sz="2800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9F4435-73DD-F5E2-05E0-1E2FBD7D8119}"/>
              </a:ext>
            </a:extLst>
          </p:cNvPr>
          <p:cNvSpPr txBox="1"/>
          <p:nvPr/>
        </p:nvSpPr>
        <p:spPr>
          <a:xfrm>
            <a:off x="5946114" y="544039"/>
            <a:ext cx="32391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latin typeface="+mj-lt"/>
              </a:rPr>
              <a:t>PÚBLICO ALVO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09;g34a26d19168_0_7"/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60" name="Retângulo 150"/>
          <p:cNvSpPr/>
          <p:nvPr/>
        </p:nvSpPr>
        <p:spPr>
          <a:xfrm>
            <a:off x="3154320" y="553240"/>
            <a:ext cx="8770202" cy="1359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2400" b="1" spc="-1" dirty="0">
                <a:solidFill>
                  <a:srgbClr val="000000"/>
                </a:solidFill>
                <a:ea typeface="Arial"/>
              </a:rPr>
              <a:t>O Circuito Terê Verde funciona como uma plataforma web que centraliza informações sobre ecoturismo em Teresópolis.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6E7009F-B2A3-1FC6-BB85-147F221AC4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802" y="3424140"/>
            <a:ext cx="5056803" cy="73287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C718AD3-CF1C-8B44-FB5D-88E842C21D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916" y="2052540"/>
            <a:ext cx="2150479" cy="4655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D65A-B34F-531B-4926-1723D6C94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09;g34a26d19168_0_7">
            <a:extLst>
              <a:ext uri="{FF2B5EF4-FFF2-40B4-BE49-F238E27FC236}">
                <a16:creationId xmlns:a16="http://schemas.microsoft.com/office/drawing/2014/main" id="{95502F37-382C-0E17-EA92-252BE008B82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60" name="Retângulo 150">
            <a:extLst>
              <a:ext uri="{FF2B5EF4-FFF2-40B4-BE49-F238E27FC236}">
                <a16:creationId xmlns:a16="http://schemas.microsoft.com/office/drawing/2014/main" id="{2BA819E0-9365-DB31-3612-31CE36CF1544}"/>
              </a:ext>
            </a:extLst>
          </p:cNvPr>
          <p:cNvSpPr/>
          <p:nvPr/>
        </p:nvSpPr>
        <p:spPr>
          <a:xfrm>
            <a:off x="3064181" y="413280"/>
            <a:ext cx="8997480" cy="15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2800" b="1" dirty="0"/>
              <a:t>Os usuários podem consultar trilhas, cachoeiras, mirantes, eventos ambientais e conteúdos sobre biodiversidade e educação ambiental.</a:t>
            </a:r>
            <a:endParaRPr lang="pt-BR" sz="2800" b="1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7536DD-6CFA-0989-430D-9D7C13A0B1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3" y="2045103"/>
            <a:ext cx="1943619" cy="4208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BA57B68-5ECF-9BCD-798C-853B187E26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740" y="2045103"/>
            <a:ext cx="1943619" cy="4208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A08AC60-BCF0-EBC8-F7C4-FCB555C890C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391" y="2045102"/>
            <a:ext cx="1943619" cy="4208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17F6EB2-5859-088F-9099-17DB188240F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270" y="2045104"/>
            <a:ext cx="1943619" cy="42081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89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E66E-9101-FCEF-916B-74445A042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09;g34a26d19168_0_7">
            <a:extLst>
              <a:ext uri="{FF2B5EF4-FFF2-40B4-BE49-F238E27FC236}">
                <a16:creationId xmlns:a16="http://schemas.microsoft.com/office/drawing/2014/main" id="{8C832C7E-467C-7CD3-07C0-7F5A80A1AF3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972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60" name="Retângulo 150">
            <a:extLst>
              <a:ext uri="{FF2B5EF4-FFF2-40B4-BE49-F238E27FC236}">
                <a16:creationId xmlns:a16="http://schemas.microsoft.com/office/drawing/2014/main" id="{9E8F417C-1849-0253-8AE4-B32FE47E8F99}"/>
              </a:ext>
            </a:extLst>
          </p:cNvPr>
          <p:cNvSpPr/>
          <p:nvPr/>
        </p:nvSpPr>
        <p:spPr>
          <a:xfrm>
            <a:off x="3064181" y="413280"/>
            <a:ext cx="8997480" cy="15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2800" b="1" dirty="0"/>
              <a:t>O sistema disponibiliza filtros de busca, mapas interativos com localização das atrações e informações detalhadas de cada ponto de interesse</a:t>
            </a:r>
            <a:endParaRPr lang="pt-BR" sz="2800" b="1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A022CD-DC3C-375B-D0F6-45BE1D7B37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696" y="3429000"/>
            <a:ext cx="5462157" cy="791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A56592C-4F76-5373-95A1-D7FC664ECB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283" y="2182140"/>
            <a:ext cx="2066466" cy="4474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197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109;g34a26d19168_0_7"/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62" name="Retângulo 150"/>
          <p:cNvSpPr/>
          <p:nvPr/>
        </p:nvSpPr>
        <p:spPr>
          <a:xfrm>
            <a:off x="4329953" y="2013071"/>
            <a:ext cx="7862047" cy="4880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2800" b="1" spc="-1" dirty="0">
                <a:solidFill>
                  <a:srgbClr val="000000"/>
                </a:solidFill>
                <a:ea typeface="Arial"/>
              </a:rPr>
              <a:t>https://github.com/daflon/circuito_tere_verde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5F0170-8EE7-A9C0-0931-0FF5C76EA7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841" y="1873624"/>
            <a:ext cx="788326" cy="76697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3899EBD-A593-E955-F6C7-8D0472DF9185}"/>
              </a:ext>
            </a:extLst>
          </p:cNvPr>
          <p:cNvSpPr txBox="1"/>
          <p:nvPr/>
        </p:nvSpPr>
        <p:spPr>
          <a:xfrm>
            <a:off x="5011271" y="3185526"/>
            <a:ext cx="78620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https://circuito-tere-verde.onrender.com/</a:t>
            </a:r>
          </a:p>
        </p:txBody>
      </p:sp>
      <p:pic>
        <p:nvPicPr>
          <p:cNvPr id="3080" name="Picture 8" descr="Mobile app - Free technology icons">
            <a:extLst>
              <a:ext uri="{FF2B5EF4-FFF2-40B4-BE49-F238E27FC236}">
                <a16:creationId xmlns:a16="http://schemas.microsoft.com/office/drawing/2014/main" id="{6BE0C371-CD7E-FEB9-F3AA-119492A1B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515" y="3028269"/>
            <a:ext cx="847055" cy="84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AD6E429-5C29-0968-0413-7DF8D6F0869E}"/>
              </a:ext>
            </a:extLst>
          </p:cNvPr>
          <p:cNvSpPr txBox="1"/>
          <p:nvPr/>
        </p:nvSpPr>
        <p:spPr>
          <a:xfrm>
            <a:off x="4301167" y="714148"/>
            <a:ext cx="64366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spc="-1" dirty="0">
                <a:solidFill>
                  <a:srgbClr val="000000"/>
                </a:solidFill>
                <a:latin typeface="+mj-lt"/>
              </a:rPr>
              <a:t>CIRCUITO TERÊ VERDE</a:t>
            </a:r>
            <a:endParaRPr lang="pt-BR" sz="3200" b="1" strike="noStrike" spc="-1" dirty="0">
              <a:solidFill>
                <a:srgbClr val="0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109;g34a26d19168_0_7"/>
          <p:cNvPicPr/>
          <p:nvPr/>
        </p:nvPicPr>
        <p:blipFill>
          <a:blip r:embed="rId3"/>
          <a:stretch/>
        </p:blipFill>
        <p:spPr>
          <a:xfrm>
            <a:off x="0" y="0"/>
            <a:ext cx="12151800" cy="6848280"/>
          </a:xfrm>
          <a:prstGeom prst="rect">
            <a:avLst/>
          </a:prstGeom>
          <a:ln w="0">
            <a:noFill/>
          </a:ln>
        </p:spPr>
      </p:pic>
      <p:sp>
        <p:nvSpPr>
          <p:cNvPr id="64" name="Retângulo 150"/>
          <p:cNvSpPr/>
          <p:nvPr/>
        </p:nvSpPr>
        <p:spPr>
          <a:xfrm>
            <a:off x="4543398" y="1049654"/>
            <a:ext cx="6671449" cy="75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2800" dirty="0"/>
              <a:t>O Circuito Terê Verde nasceu com o objetivo de conectar pessoas à natureza por meio da tecnologia, tornando o acesso às informações sobre ecoturismo mais simples, organizado e acessível. Nosso projeto demonstra como soluções digitais podem incentivar o turismo sustentável, valorizar o patrimônio natural de Teresópolis e promover a conscientização ambiental.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340;p10"/>
          <p:cNvPicPr/>
          <p:nvPr/>
        </p:nvPicPr>
        <p:blipFill>
          <a:blip r:embed="rId3"/>
          <a:stretch/>
        </p:blipFill>
        <p:spPr>
          <a:xfrm>
            <a:off x="0" y="7560"/>
            <a:ext cx="12151800" cy="6848280"/>
          </a:xfrm>
          <a:prstGeom prst="rect">
            <a:avLst/>
          </a:prstGeom>
          <a:ln w="0">
            <a:noFill/>
          </a:ln>
        </p:spPr>
      </p:pic>
      <p:pic>
        <p:nvPicPr>
          <p:cNvPr id="66" name="Imagem 202"/>
          <p:cNvPicPr/>
          <p:nvPr/>
        </p:nvPicPr>
        <p:blipFill>
          <a:blip r:embed="rId4"/>
          <a:stretch/>
        </p:blipFill>
        <p:spPr>
          <a:xfrm>
            <a:off x="4804920" y="2074680"/>
            <a:ext cx="4759560" cy="1721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</TotalTime>
  <Words>1215</Words>
  <Application>Microsoft Office PowerPoint</Application>
  <PresentationFormat>Widescreen</PresentationFormat>
  <Paragraphs>60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Courier New</vt:lpstr>
      <vt:lpstr>Symbol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Carla De Cunto Carvalho</dc:creator>
  <dc:description/>
  <cp:lastModifiedBy>Wallace Correa</cp:lastModifiedBy>
  <cp:revision>21</cp:revision>
  <cp:lastPrinted>2025-05-15T09:11:35Z</cp:lastPrinted>
  <dcterms:created xsi:type="dcterms:W3CDTF">2022-06-27T20:35:52Z</dcterms:created>
  <dcterms:modified xsi:type="dcterms:W3CDTF">2026-06-03T21:45:34Z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8</vt:i4>
  </property>
</Properties>
</file>